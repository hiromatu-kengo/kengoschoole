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49BC5C-F2E7-41A0-42B9-C08CDABE9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02E71A8-324C-DCA2-C94E-EDBEA049BA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67EC6F-0026-45CF-327C-4E5859DA7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CE5B0-C359-4361-BEF1-BD175CEA09E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FE627A-7190-153C-0BA3-897C6C96D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32F0CA-9EF6-5ADB-C3B0-B0DAC4221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72BC6-8084-4DDC-B8E7-DB5F4AEE05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399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6308CA-2A69-2EC1-C8E4-8AE080694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171178-FD6C-82C4-EEFE-A0B83761D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22553C-E344-35A9-92FD-697604202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CE5B0-C359-4361-BEF1-BD175CEA09E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E8FF67-9EF7-73FC-2770-37F424F81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5FB721-BFE7-B9DA-B6D9-0BA56652F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72BC6-8084-4DDC-B8E7-DB5F4AEE05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7072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68D300-C531-FA52-8B82-BCCC8F5B0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62DA811-DDA7-B40D-A9D4-2FC16CA4D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075D2B-B6B9-BA47-5306-F73026549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CE5B0-C359-4361-BEF1-BD175CEA09E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7C9164-A553-4F64-C710-007237CDA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545ABF-7BB1-C936-047D-D27A5243D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72BC6-8084-4DDC-B8E7-DB5F4AEE05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645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2DAB00-869F-4369-6D32-A7B15B5F0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A8DE69-2B1A-5C3A-01D0-C8BB78E52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05838C9-C505-5A10-68E0-1322F710A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56ACD4-732B-C128-39EC-9D90833EC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CE5B0-C359-4361-BEF1-BD175CEA09E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DB14C30-A307-D9C0-3EAF-3217BEC52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1F1C8AC-3FD9-B38A-4F8A-66E3EAB23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72BC6-8084-4DDC-B8E7-DB5F4AEE05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3793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CBC821-33F5-3CB9-A563-124F0F29E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A584D9-B374-D676-12DB-79F4FF5FD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A8B5B4D-7091-04CE-EFF1-BCA9604FA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4CA0C4B-A0B0-D255-62CF-F26C0E32F7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3B587C0-084C-CD94-257C-5C88A2A0F4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DC40223-2EED-D84F-C461-28B7266B1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CE5B0-C359-4361-BEF1-BD175CEA09E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794376B-85FD-F84E-1A0D-3C929B88C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911917D-3579-7078-D075-DF2D8F4BF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72BC6-8084-4DDC-B8E7-DB5F4AEE05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1231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1092F3-6DA8-9C4E-D36C-9F49F59C8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B513569-FCAD-C199-BB84-D53B406C8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CE5B0-C359-4361-BEF1-BD175CEA09E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4D3C355-DC70-A00F-0393-6C9DC36E9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551BA7C-97B0-2DAF-4332-AC83D13BB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72BC6-8084-4DDC-B8E7-DB5F4AEE05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0138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A44B514-A58B-7E72-9C84-7519F5208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CE5B0-C359-4361-BEF1-BD175CEA09E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9C5FA3F-9D37-3EEA-A654-7E452F51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D14CE4-F183-6882-30FE-5507DF44D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72BC6-8084-4DDC-B8E7-DB5F4AEE05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6178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9AC917-48D9-90AA-4657-5C28B97D6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6FFE24-428D-BDBB-6C09-E156500ED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E2A92AB-F3F5-22E2-1C1A-DA4A1E3C29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F5F99E-6D51-2C45-AB78-06B264677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CE5B0-C359-4361-BEF1-BD175CEA09E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757F11-49F2-EF09-CFE9-8AD415D4F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5AEDF2-BAE4-9C11-4E53-F10BF41CC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72BC6-8084-4DDC-B8E7-DB5F4AEE05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673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3F0EB1-FA02-BC36-A40F-7C405F02E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C9A7B93-E640-A35A-AB90-6D297648A5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C1C6C16-2E43-48EF-0EC8-E4A6DA28EC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C6BB1C1-3215-E4B4-EC3E-ACC6FFAB7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CE5B0-C359-4361-BEF1-BD175CEA09E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4BFFE91-85FA-35B1-1D39-ADF7A1C04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0ABF1B6-9A76-80EB-8F33-5A2E2813C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72BC6-8084-4DDC-B8E7-DB5F4AEE05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4007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0F1EEC-9117-CCC8-D882-7EB16E338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D762625-5B1C-EB07-2350-27FF56F4B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0319A3-E230-E117-E67C-AEAA2DFB6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CE5B0-C359-4361-BEF1-BD175CEA09E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61B97C-2052-92EA-877C-D6AA9CF57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FCA4AD-5039-CCC7-5F5A-4D841D1C1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72BC6-8084-4DDC-B8E7-DB5F4AEE05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6993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4C2A228-86D9-454E-C217-240ABFAA66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471C5A4-A4DF-FDB5-8464-5E1D31B67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762689-DC8F-CDAC-5931-AD358C58A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CE5B0-C359-4361-BEF1-BD175CEA09E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5F5E79-6121-CC72-58CD-68B41AF80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8B2773-B210-B3EC-B1E6-8B2F8FFE4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72BC6-8084-4DDC-B8E7-DB5F4AEE05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054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E9852A5-31A1-30D5-2E79-62400BF98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877829-B1E3-A5F9-12A2-D0C952FD4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D96DC1-0FB0-CB46-5043-464CB73C8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2CE5B0-C359-4361-BEF1-BD175CEA09E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387268-D4B8-6CCD-AE11-3395E66F4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0AC8EF-835A-CEC9-89E7-612E41D35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72BC6-8084-4DDC-B8E7-DB5F4AEE05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1703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40ADDB6B-D955-83EA-94C8-D3BD556D5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883257"/>
            <a:ext cx="9421091" cy="1129288"/>
          </a:xfrm>
        </p:spPr>
        <p:txBody>
          <a:bodyPr>
            <a:normAutofit lnSpcReduction="10000"/>
          </a:bodyPr>
          <a:lstStyle/>
          <a:p>
            <a:pPr algn="l"/>
            <a:r>
              <a:rPr lang="ja-JP" altLang="ja-JP" b="1" dirty="0"/>
              <a:t>コンセプト</a:t>
            </a:r>
          </a:p>
          <a:p>
            <a:pPr algn="l"/>
            <a:r>
              <a:rPr lang="ja-JP" altLang="ja-JP" sz="4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敵を見切る</a:t>
            </a:r>
            <a:endParaRPr lang="ja-JP" altLang="ja-JP" sz="48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B7ACF7D-AED8-F7EF-E3D6-3C64BF4FC415}"/>
              </a:ext>
            </a:extLst>
          </p:cNvPr>
          <p:cNvSpPr txBox="1"/>
          <p:nvPr/>
        </p:nvSpPr>
        <p:spPr>
          <a:xfrm>
            <a:off x="38922" y="3159615"/>
            <a:ext cx="29648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2000" b="1" dirty="0"/>
              <a:t>ジャンル</a:t>
            </a:r>
          </a:p>
          <a:p>
            <a:r>
              <a:rPr lang="ja-JP" altLang="en-US" sz="2000" dirty="0"/>
              <a:t>・</a:t>
            </a:r>
            <a:r>
              <a:rPr lang="ja-JP" altLang="ja-JP" sz="2000" dirty="0"/>
              <a:t>2Dアクション </a:t>
            </a:r>
          </a:p>
          <a:p>
            <a:r>
              <a:rPr lang="ja-JP" altLang="en-US" sz="2000" dirty="0"/>
              <a:t>・</a:t>
            </a:r>
            <a:r>
              <a:rPr lang="ja-JP" altLang="ja-JP" sz="2000" dirty="0"/>
              <a:t>ボスラッシュ </a:t>
            </a:r>
          </a:p>
          <a:p>
            <a:r>
              <a:rPr lang="ja-JP" altLang="en-US" sz="2000" dirty="0"/>
              <a:t>・</a:t>
            </a:r>
            <a:r>
              <a:rPr lang="ja-JP" altLang="ja-JP" sz="2000" dirty="0"/>
              <a:t>パリィアクション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3E89B57-AABC-CBA0-664D-F89C349FB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5634181" cy="358909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A5225D9-FCEB-63C0-9019-CFEF8025FD2A}"/>
              </a:ext>
            </a:extLst>
          </p:cNvPr>
          <p:cNvSpPr txBox="1"/>
          <p:nvPr/>
        </p:nvSpPr>
        <p:spPr>
          <a:xfrm>
            <a:off x="0" y="4483054"/>
            <a:ext cx="48213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b="1" dirty="0"/>
              <a:t>ターゲット</a:t>
            </a:r>
          </a:p>
          <a:p>
            <a:r>
              <a:rPr lang="ja-JP" altLang="en-US" dirty="0"/>
              <a:t>・</a:t>
            </a:r>
            <a:r>
              <a:rPr lang="ja-JP" altLang="ja-JP" dirty="0"/>
              <a:t>アクションゲームが好きな人 </a:t>
            </a:r>
          </a:p>
          <a:p>
            <a:r>
              <a:rPr lang="ja-JP" altLang="en-US" dirty="0"/>
              <a:t>・</a:t>
            </a:r>
            <a:r>
              <a:rPr lang="ja-JP" altLang="ja-JP" dirty="0"/>
              <a:t>SEKIROやHollow Knightが好きな人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4437222-66BF-9468-399E-6C73D35FA3AC}"/>
              </a:ext>
            </a:extLst>
          </p:cNvPr>
          <p:cNvSpPr txBox="1"/>
          <p:nvPr/>
        </p:nvSpPr>
        <p:spPr>
          <a:xfrm>
            <a:off x="0" y="5490824"/>
            <a:ext cx="5015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ゲームの面白さ</a:t>
            </a:r>
            <a:endParaRPr kumimoji="1" lang="en-US" altLang="ja-JP" b="1" dirty="0"/>
          </a:p>
          <a:p>
            <a:r>
              <a:rPr kumimoji="1" lang="ja-JP" altLang="en-US" dirty="0"/>
              <a:t>・敵の攻撃を見切ってダメージを与える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35ADE19-C3E5-DA98-DAED-C293DCFF9FC1}"/>
              </a:ext>
            </a:extLst>
          </p:cNvPr>
          <p:cNvSpPr txBox="1"/>
          <p:nvPr/>
        </p:nvSpPr>
        <p:spPr>
          <a:xfrm>
            <a:off x="6234545" y="3782665"/>
            <a:ext cx="50153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ゲームのシステム</a:t>
            </a:r>
            <a:endParaRPr lang="en-US" altLang="ja-JP" b="1" dirty="0"/>
          </a:p>
          <a:p>
            <a:r>
              <a:rPr lang="ja-JP" altLang="en-US" b="1" dirty="0"/>
              <a:t>　</a:t>
            </a:r>
            <a:r>
              <a:rPr lang="ja-JP" altLang="ja-JP" b="1" dirty="0"/>
              <a:t>プレイヤー</a:t>
            </a:r>
            <a:r>
              <a:rPr lang="ja-JP" altLang="en-US" b="1" dirty="0"/>
              <a:t>　　　　　ボス</a:t>
            </a:r>
            <a:endParaRPr lang="ja-JP" altLang="ja-JP" b="1" dirty="0"/>
          </a:p>
          <a:p>
            <a:r>
              <a:rPr lang="ja-JP" altLang="en-US" dirty="0"/>
              <a:t>・</a:t>
            </a:r>
            <a:r>
              <a:rPr lang="ja-JP" altLang="ja-JP" dirty="0"/>
              <a:t>移動 </a:t>
            </a:r>
            <a:r>
              <a:rPr lang="ja-JP" altLang="en-US" dirty="0"/>
              <a:t>　　　　　　　・距離を測る</a:t>
            </a:r>
            <a:endParaRPr lang="ja-JP" altLang="ja-JP" dirty="0"/>
          </a:p>
          <a:p>
            <a:r>
              <a:rPr lang="ja-JP" altLang="en-US" dirty="0"/>
              <a:t>・</a:t>
            </a:r>
            <a:r>
              <a:rPr lang="ja-JP" altLang="ja-JP" dirty="0"/>
              <a:t>ジャンプ </a:t>
            </a:r>
            <a:r>
              <a:rPr lang="ja-JP" altLang="en-US" dirty="0"/>
              <a:t>　　　　　・攻撃選択</a:t>
            </a:r>
            <a:endParaRPr lang="ja-JP" altLang="ja-JP" dirty="0"/>
          </a:p>
          <a:p>
            <a:r>
              <a:rPr lang="ja-JP" altLang="en-US" dirty="0"/>
              <a:t>・</a:t>
            </a:r>
            <a:r>
              <a:rPr lang="ja-JP" altLang="ja-JP" dirty="0"/>
              <a:t>攻撃 </a:t>
            </a:r>
            <a:r>
              <a:rPr lang="ja-JP" altLang="en-US" dirty="0"/>
              <a:t>　　　　　　　・フェーズ変更</a:t>
            </a:r>
            <a:endParaRPr lang="ja-JP" altLang="ja-JP" dirty="0"/>
          </a:p>
          <a:p>
            <a:r>
              <a:rPr lang="ja-JP" altLang="en-US" dirty="0"/>
              <a:t>・</a:t>
            </a:r>
            <a:r>
              <a:rPr lang="ja-JP" altLang="ja-JP" dirty="0"/>
              <a:t>ガード </a:t>
            </a:r>
          </a:p>
          <a:p>
            <a:r>
              <a:rPr lang="ja-JP" altLang="en-US" dirty="0"/>
              <a:t>・</a:t>
            </a:r>
            <a:r>
              <a:rPr lang="ja-JP" altLang="ja-JP" dirty="0"/>
              <a:t>パリィ </a:t>
            </a:r>
            <a:r>
              <a:rPr lang="ja-JP" altLang="en-US" dirty="0"/>
              <a:t>（ガードと同じキーに入れる予定）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4393B339-4D22-E081-B9AC-DBDBF7CCC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637" y="-124886"/>
            <a:ext cx="3602181" cy="24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399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75</Words>
  <Application>Microsoft Office PowerPoint</Application>
  <PresentationFormat>ワイド画面</PresentationFormat>
  <Paragraphs>18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廣松　健吾</dc:creator>
  <cp:lastModifiedBy>廣松　健吾</cp:lastModifiedBy>
  <cp:revision>2</cp:revision>
  <dcterms:created xsi:type="dcterms:W3CDTF">2026-07-21T01:37:08Z</dcterms:created>
  <dcterms:modified xsi:type="dcterms:W3CDTF">2026-07-21T02:28:51Z</dcterms:modified>
</cp:coreProperties>
</file>